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Sans Bold" charset="1" panose="020B0803050203000203"/>
      <p:regular r:id="rId17"/>
    </p:embeddedFont>
    <p:embeddedFont>
      <p:font typeface="Archivo Black" charset="1" panose="020B0A03020202020B04"/>
      <p:regular r:id="rId18"/>
    </p:embeddedFont>
    <p:embeddedFont>
      <p:font typeface="IBM Plex Sans" charset="1" panose="020B0503050203000203"/>
      <p:regular r:id="rId19"/>
    </p:embeddedFont>
    <p:embeddedFont>
      <p:font typeface="IBM Plex Mono" charset="1" panose="020B0509050203000203"/>
      <p:regular r:id="rId20"/>
    </p:embeddedFont>
    <p:embeddedFont>
      <p:font typeface="IBM Plex Mono Bold" charset="1" panose="020B08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0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3429000" cy="10287000"/>
            <a:chOff x="0" y="0"/>
            <a:chExt cx="457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1820">
                    <a:alpha val="100000"/>
                  </a:srgbClr>
                </a:gs>
                <a:gs pos="100000">
                  <a:srgbClr val="101820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7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114425"/>
            <a:ext cx="7239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8F34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038350"/>
            <a:ext cx="9906000" cy="242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Vehicle Service</a:t>
            </a:r>
          </a:p>
          <a:p>
            <a:pPr algn="l">
              <a:lnSpc>
                <a:spcPts val="6273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Maintenance</a:t>
            </a:r>
          </a:p>
          <a:p>
            <a:pPr algn="l">
              <a:lnSpc>
                <a:spcPts val="6273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781788"/>
            <a:ext cx="7239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5CDD1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clear, practical overview of input handling, service logic, maintenance decisions and billing.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9AA7A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6475277"/>
            <a:ext cx="5468422" cy="13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4"/>
              </a:lnSpc>
            </a:pPr>
            <a:r>
              <a:rPr lang="en-US" sz="292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M.Charan Sai Teja-2620030617</a:t>
            </a:r>
          </a:p>
          <a:p>
            <a:pPr algn="ctr">
              <a:lnSpc>
                <a:spcPts val="3504"/>
              </a:lnSpc>
            </a:pPr>
            <a:r>
              <a:rPr lang="en-US" sz="292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G.Jayapal Reddy-2620040120</a:t>
            </a:r>
          </a:p>
          <a:p>
            <a:pPr algn="ctr">
              <a:lnSpc>
                <a:spcPts val="3504"/>
              </a:lnSpc>
              <a:spcBef>
                <a:spcPct val="0"/>
              </a:spcBef>
            </a:pPr>
            <a:r>
              <a:rPr lang="en-US" b="true" sz="292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Faculty Guide-Gopi Krishna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BLOCKS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143000"/>
            <a:ext cx="10477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Java technologies used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857500"/>
            <a:ext cx="4953000" cy="2143125"/>
            <a:chOff x="0" y="0"/>
            <a:chExt cx="6604000" cy="2857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Scanner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Input handling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1750" y="2857500"/>
            <a:ext cx="4953000" cy="2143125"/>
            <a:chOff x="0" y="0"/>
            <a:chExt cx="6604000" cy="2857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Variables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String · int · double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11000" y="2857500"/>
            <a:ext cx="4953000" cy="2143125"/>
            <a:chOff x="0" y="0"/>
            <a:chExt cx="6604000" cy="2857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switch-case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Service selection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5572125"/>
            <a:ext cx="4953000" cy="2143125"/>
            <a:chOff x="0" y="0"/>
            <a:chExt cx="6604000" cy="2857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if-else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Status + validation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81750" y="5572125"/>
            <a:ext cx="4953000" cy="2143125"/>
            <a:chOff x="0" y="0"/>
            <a:chExt cx="6604000" cy="28575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println()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Console reporting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11000" y="5572125"/>
            <a:ext cx="4953000" cy="2143125"/>
            <a:chOff x="0" y="0"/>
            <a:chExt cx="6604000" cy="28575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604000" cy="2857500"/>
              <a:chOff x="0" y="0"/>
              <a:chExt cx="6604000" cy="28575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604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604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55600" y="301625"/>
              <a:ext cx="889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55600" y="984250"/>
              <a:ext cx="6096000" cy="567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12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sc.close()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55600" y="1803400"/>
              <a:ext cx="609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66737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Resource management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381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8F34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EXECUTION 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76325"/>
            <a:ext cx="114300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input to service report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714750"/>
            <a:ext cx="2095500" cy="1333500"/>
            <a:chOff x="0" y="0"/>
            <a:chExt cx="2794000" cy="177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Capture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vehicle details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9527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333750" y="5524500"/>
            <a:ext cx="2095500" cy="1333500"/>
            <a:chOff x="0" y="0"/>
            <a:chExt cx="2794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Show 12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service options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54292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810250" y="3714750"/>
            <a:ext cx="2095500" cy="1333500"/>
            <a:chOff x="0" y="0"/>
            <a:chExt cx="2794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Read service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choice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9057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286750" y="5524500"/>
            <a:ext cx="2095500" cy="1333500"/>
            <a:chOff x="0" y="0"/>
            <a:chExt cx="2794000" cy="177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Resolve service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+ cost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03822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763250" y="3714750"/>
            <a:ext cx="2095500" cy="1333500"/>
            <a:chOff x="0" y="0"/>
            <a:chExt cx="2794000" cy="177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Check kilometer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threshold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8587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239750" y="5524500"/>
            <a:ext cx="2095500" cy="1333500"/>
            <a:chOff x="0" y="0"/>
            <a:chExt cx="279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02D34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Print detailed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report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5335250" y="4381500"/>
            <a:ext cx="381000" cy="1809750"/>
          </a:xfrm>
          <a:prstGeom prst="line">
            <a:avLst/>
          </a:prstGeom>
          <a:ln cap="rnd" w="38100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5716250" y="3714750"/>
            <a:ext cx="2095500" cy="1333500"/>
            <a:chOff x="0" y="0"/>
            <a:chExt cx="2794000" cy="1778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9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794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697182"/>
                  </a:lnTo>
                  <a:cubicBezTo>
                    <a:pt x="2794000" y="1718616"/>
                    <a:pt x="2785485" y="1739173"/>
                    <a:pt x="2770329" y="1754329"/>
                  </a:cubicBezTo>
                  <a:cubicBezTo>
                    <a:pt x="2755173" y="1769485"/>
                    <a:pt x="2734616" y="1778000"/>
                    <a:pt x="2713182" y="1778000"/>
                  </a:cubicBezTo>
                  <a:lnTo>
                    <a:pt x="80818" y="1778000"/>
                  </a:lnTo>
                  <a:cubicBezTo>
                    <a:pt x="59384" y="1778000"/>
                    <a:pt x="38827" y="1769485"/>
                    <a:pt x="23671" y="1754329"/>
                  </a:cubicBezTo>
                  <a:cubicBezTo>
                    <a:pt x="8515" y="1739173"/>
                    <a:pt x="0" y="1718616"/>
                    <a:pt x="0" y="1697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794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Close Scanner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9AA7A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38175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INPUT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95375"/>
            <a:ext cx="8953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Collect the vehicle context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1866900"/>
            <a:ext cx="828675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126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Scanner captures four typed values before any service logic runs.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" y="2952750"/>
            <a:ext cx="10287000" cy="5810250"/>
            <a:chOff x="0" y="0"/>
            <a:chExt cx="13716000" cy="774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3716000" cy="7747000"/>
              <a:chOff x="0" y="0"/>
              <a:chExt cx="13716000" cy="774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716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3716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1800" y="333375"/>
              <a:ext cx="12852400" cy="428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Scanner sc = new Scanner(System.in);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System.out.print("Enter Vehicle Number: 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 vehicleNum = sc.nextLine();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System.out.print("Enter Owner Name: 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 ownerName = sc.nextLine();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System.out.print("Enter Vehicle Model: 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 vehicleModel = sc.nextLine();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System.out.print("Enter Current Kilometers: 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 kilometers = sc.nextInt();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11000" y="3048000"/>
            <a:ext cx="5524500" cy="857250"/>
            <a:chOff x="0" y="0"/>
            <a:chExt cx="7366000" cy="114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366000" cy="1143000"/>
              <a:chOff x="0" y="0"/>
              <a:chExt cx="7366000" cy="114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366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7366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288925"/>
              <a:ext cx="4953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Vehicle Number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334000" y="279400"/>
              <a:ext cx="165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0" y="4286250"/>
            <a:ext cx="5524500" cy="857250"/>
            <a:chOff x="0" y="0"/>
            <a:chExt cx="7366000" cy="114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366000" cy="1143000"/>
              <a:chOff x="0" y="0"/>
              <a:chExt cx="7366000" cy="114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366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366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288925"/>
              <a:ext cx="4953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Owner Name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334000" y="279400"/>
              <a:ext cx="165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11000" y="5524500"/>
            <a:ext cx="5524500" cy="857250"/>
            <a:chOff x="0" y="0"/>
            <a:chExt cx="7366000" cy="1143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366000" cy="1143000"/>
              <a:chOff x="0" y="0"/>
              <a:chExt cx="7366000" cy="1143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366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7366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288925"/>
              <a:ext cx="4953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Vehicle Model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334000" y="279400"/>
              <a:ext cx="165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String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11000" y="6762750"/>
            <a:ext cx="5524500" cy="857250"/>
            <a:chOff x="0" y="0"/>
            <a:chExt cx="7366000" cy="1143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366000" cy="1143000"/>
              <a:chOff x="0" y="0"/>
              <a:chExt cx="7366000" cy="1143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366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366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81000" y="288925"/>
              <a:ext cx="4953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Current Kilometers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334000" y="279400"/>
              <a:ext cx="165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42925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SERVICE MENU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0125"/>
            <a:ext cx="114300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12 options. Transparent pricing.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476500"/>
            <a:ext cx="5000625" cy="1066800"/>
            <a:chOff x="0" y="0"/>
            <a:chExt cx="6667500" cy="1422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Engine Oil Change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1,500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1750" y="2476500"/>
            <a:ext cx="5000625" cy="1066800"/>
            <a:chOff x="0" y="0"/>
            <a:chExt cx="6667500" cy="14224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 Service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1,000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11000" y="2476500"/>
            <a:ext cx="5000625" cy="1066800"/>
            <a:chOff x="0" y="0"/>
            <a:chExt cx="6667500" cy="14224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Wheel Alignment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800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4143375"/>
            <a:ext cx="5000625" cy="1066800"/>
            <a:chOff x="0" y="0"/>
            <a:chExt cx="6667500" cy="1422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Battery Check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500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81750" y="4143375"/>
            <a:ext cx="5000625" cy="1066800"/>
            <a:chOff x="0" y="0"/>
            <a:chExt cx="6667500" cy="14224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Brake Service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1,200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11000" y="4143375"/>
            <a:ext cx="5000625" cy="1066800"/>
            <a:chOff x="0" y="0"/>
            <a:chExt cx="6667500" cy="14224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Transmission Oil Change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1,800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2500" y="5810250"/>
            <a:ext cx="5000625" cy="1066800"/>
            <a:chOff x="0" y="0"/>
            <a:chExt cx="6667500" cy="14224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Radiator Service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1,600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81750" y="5810250"/>
            <a:ext cx="5000625" cy="1066800"/>
            <a:chOff x="0" y="0"/>
            <a:chExt cx="6667500" cy="142240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Gear Oil Change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1,100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811000" y="5810250"/>
            <a:ext cx="5000625" cy="1066800"/>
            <a:chOff x="0" y="0"/>
            <a:chExt cx="6667500" cy="14224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Suspension Check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900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2500" y="7477125"/>
            <a:ext cx="5000625" cy="1066800"/>
            <a:chOff x="0" y="0"/>
            <a:chExt cx="6667500" cy="14224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Fuel System Cleaning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1,300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381750" y="7477125"/>
            <a:ext cx="5000625" cy="1066800"/>
            <a:chOff x="0" y="0"/>
            <a:chExt cx="6667500" cy="1422400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8" id="78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11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Exhaust System Check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700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811000" y="7477125"/>
            <a:ext cx="5000625" cy="1066800"/>
            <a:chOff x="0" y="0"/>
            <a:chExt cx="6667500" cy="1422400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6667500" cy="1422400"/>
              <a:chOff x="0" y="0"/>
              <a:chExt cx="6667500" cy="14224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66675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66675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279400" y="263525"/>
              <a:ext cx="6985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12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1117600" y="2159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Full Service Package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4889500" y="2286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7212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Rs. 5,000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85800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8F34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CONTROL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285875"/>
            <a:ext cx="6858000" cy="109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choice enters.</a:t>
            </a:r>
          </a:p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service leaves.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867150"/>
            <a:ext cx="6191250" cy="102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B8C2C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switch maps a numeric choice to a service name and cost. The default branch blocks invalid selections before billing.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0" y="1143000"/>
            <a:ext cx="8572500" cy="6667500"/>
            <a:chOff x="0" y="0"/>
            <a:chExt cx="11430000" cy="889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430000" cy="8890000"/>
              <a:chOff x="0" y="0"/>
              <a:chExt cx="11430000" cy="889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4300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11430000">
                    <a:moveTo>
                      <a:pt x="0" y="0"/>
                    </a:moveTo>
                    <a:lnTo>
                      <a:pt x="11430000" y="0"/>
                    </a:lnTo>
                    <a:lnTo>
                      <a:pt x="11430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14300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1800" y="333375"/>
              <a:ext cx="10566400" cy="6016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switch(serviceChoice) {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case 1: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serviceName = "Engine Oil Change";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cost = 1500.0; break;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case 5: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serviceName = "Brake Service";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cost = 1200.0; break;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// ... other cases ...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default: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System.out.println("Invalid service choice");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validChoice = false; break;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9AA7A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381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MAINTENANCE DECISION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95375"/>
            <a:ext cx="12382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10,000 km is the threshold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53250" y="3238500"/>
            <a:ext cx="4381500" cy="2286000"/>
            <a:chOff x="0" y="0"/>
            <a:chExt cx="5842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42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842000">
                  <a:moveTo>
                    <a:pt x="2921000" y="0"/>
                  </a:moveTo>
                  <a:lnTo>
                    <a:pt x="5842000" y="1524000"/>
                  </a:lnTo>
                  <a:lnTo>
                    <a:pt x="2921000" y="3048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7212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842000" cy="309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kilometers &gt;= 10000?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81250" y="6667500"/>
            <a:ext cx="4953000" cy="1381125"/>
            <a:chOff x="0" y="0"/>
            <a:chExt cx="6604000" cy="184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6604000">
                  <a:moveTo>
                    <a:pt x="34192" y="0"/>
                  </a:moveTo>
                  <a:lnTo>
                    <a:pt x="6569808" y="0"/>
                  </a:lnTo>
                  <a:cubicBezTo>
                    <a:pt x="6578876" y="0"/>
                    <a:pt x="6587573" y="3602"/>
                    <a:pt x="6593985" y="10015"/>
                  </a:cubicBezTo>
                  <a:cubicBezTo>
                    <a:pt x="6600398" y="16427"/>
                    <a:pt x="6604000" y="25124"/>
                    <a:pt x="6604000" y="34192"/>
                  </a:cubicBezTo>
                  <a:lnTo>
                    <a:pt x="6604000" y="1807308"/>
                  </a:lnTo>
                  <a:cubicBezTo>
                    <a:pt x="6604000" y="1816376"/>
                    <a:pt x="6600398" y="1825073"/>
                    <a:pt x="6593985" y="1831485"/>
                  </a:cubicBezTo>
                  <a:cubicBezTo>
                    <a:pt x="6587573" y="1837898"/>
                    <a:pt x="6578876" y="1841500"/>
                    <a:pt x="6569808" y="1841500"/>
                  </a:cubicBezTo>
                  <a:lnTo>
                    <a:pt x="34192" y="1841500"/>
                  </a:lnTo>
                  <a:cubicBezTo>
                    <a:pt x="25124" y="1841500"/>
                    <a:pt x="16427" y="1837898"/>
                    <a:pt x="10015" y="1831485"/>
                  </a:cubicBezTo>
                  <a:cubicBezTo>
                    <a:pt x="3602" y="1825073"/>
                    <a:pt x="0" y="1816376"/>
                    <a:pt x="0" y="1807308"/>
                  </a:cubicBezTo>
                  <a:lnTo>
                    <a:pt x="0" y="34192"/>
                  </a:lnTo>
                  <a:cubicBezTo>
                    <a:pt x="0" y="25124"/>
                    <a:pt x="3602" y="16427"/>
                    <a:pt x="10015" y="10015"/>
                  </a:cubicBezTo>
                  <a:cubicBezTo>
                    <a:pt x="16427" y="3602"/>
                    <a:pt x="25124" y="0"/>
                    <a:pt x="34192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YES  ·  Maintenance Recommended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53750" y="6667500"/>
            <a:ext cx="4953000" cy="1381125"/>
            <a:chOff x="0" y="0"/>
            <a:chExt cx="6604000" cy="184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6604000">
                  <a:moveTo>
                    <a:pt x="34192" y="0"/>
                  </a:moveTo>
                  <a:lnTo>
                    <a:pt x="6569808" y="0"/>
                  </a:lnTo>
                  <a:cubicBezTo>
                    <a:pt x="6578876" y="0"/>
                    <a:pt x="6587573" y="3602"/>
                    <a:pt x="6593985" y="10015"/>
                  </a:cubicBezTo>
                  <a:cubicBezTo>
                    <a:pt x="6600398" y="16427"/>
                    <a:pt x="6604000" y="25124"/>
                    <a:pt x="6604000" y="34192"/>
                  </a:cubicBezTo>
                  <a:lnTo>
                    <a:pt x="6604000" y="1807308"/>
                  </a:lnTo>
                  <a:cubicBezTo>
                    <a:pt x="6604000" y="1816376"/>
                    <a:pt x="6600398" y="1825073"/>
                    <a:pt x="6593985" y="1831485"/>
                  </a:cubicBezTo>
                  <a:cubicBezTo>
                    <a:pt x="6587573" y="1837898"/>
                    <a:pt x="6578876" y="1841500"/>
                    <a:pt x="6569808" y="1841500"/>
                  </a:cubicBezTo>
                  <a:lnTo>
                    <a:pt x="34192" y="1841500"/>
                  </a:lnTo>
                  <a:cubicBezTo>
                    <a:pt x="25124" y="1841500"/>
                    <a:pt x="16427" y="1837898"/>
                    <a:pt x="10015" y="1831485"/>
                  </a:cubicBezTo>
                  <a:cubicBezTo>
                    <a:pt x="3602" y="1825073"/>
                    <a:pt x="0" y="1816376"/>
                    <a:pt x="0" y="1807308"/>
                  </a:cubicBezTo>
                  <a:lnTo>
                    <a:pt x="0" y="34192"/>
                  </a:lnTo>
                  <a:cubicBezTo>
                    <a:pt x="0" y="25124"/>
                    <a:pt x="3602" y="16427"/>
                    <a:pt x="10015" y="10015"/>
                  </a:cubicBezTo>
                  <a:cubicBezTo>
                    <a:pt x="16427" y="3602"/>
                    <a:pt x="25124" y="0"/>
                    <a:pt x="3419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604000" cy="187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  ·  Vehicle is in Good Condition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4857750" y="5524500"/>
            <a:ext cx="3238500" cy="1143000"/>
          </a:xfrm>
          <a:prstGeom prst="line">
            <a:avLst/>
          </a:prstGeom>
          <a:ln cap="flat" w="47625">
            <a:solidFill>
              <a:srgbClr val="B8F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191750" y="5524500"/>
            <a:ext cx="3238500" cy="1143000"/>
          </a:xfrm>
          <a:prstGeom prst="line">
            <a:avLst/>
          </a:prstGeom>
          <a:ln cap="flat" w="47625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90550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8F34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FINAL OUTPUT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47750"/>
            <a:ext cx="10477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 report designed for clarity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90750" y="2476500"/>
            <a:ext cx="13906500" cy="6191250"/>
            <a:chOff x="0" y="0"/>
            <a:chExt cx="18542000" cy="825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8542000" cy="8255000"/>
              <a:chOff x="0" y="0"/>
              <a:chExt cx="18542000" cy="825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854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8542000">
                    <a:moveTo>
                      <a:pt x="0" y="0"/>
                    </a:moveTo>
                    <a:lnTo>
                      <a:pt x="18542000" y="0"/>
                    </a:lnTo>
                    <a:lnTo>
                      <a:pt x="1854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854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31800" y="333375"/>
              <a:ext cx="17678400" cy="515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SERVICE REPORT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────────────────────────────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Number:      TS09AB1234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Owner Name:          Rahul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Model:       Honda City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Current Kilometers:  12500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Selected Service:    Brake Service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Service Cost:        Rs. 1200.0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Maintenance Status: Maintenance Recommended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TOTAL BILL           Rs. 1200.0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9AA7A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38175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DEFENSIVE PATH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95375"/>
            <a:ext cx="12382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Invalid means stop — not bill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1924050"/>
            <a:ext cx="10477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17212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default branch provides immediate feedback and flips validChoice to false. Report generation is skipped.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9250" y="4095750"/>
            <a:ext cx="3810000" cy="1619250"/>
            <a:chOff x="0" y="0"/>
            <a:chExt cx="5080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2108200"/>
                  </a:lnTo>
                  <a:cubicBezTo>
                    <a:pt x="5080000" y="2136256"/>
                    <a:pt x="5057256" y="2159000"/>
                    <a:pt x="5029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80000" cy="220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7212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Choice outside 1–12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39000" y="4095750"/>
            <a:ext cx="3810000" cy="1619250"/>
            <a:chOff x="0" y="0"/>
            <a:chExt cx="5080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2108200"/>
                  </a:lnTo>
                  <a:cubicBezTo>
                    <a:pt x="5080000" y="2136256"/>
                    <a:pt x="5057256" y="2159000"/>
                    <a:pt x="5029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456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default case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58750" y="4095750"/>
            <a:ext cx="3810000" cy="1619250"/>
            <a:chOff x="0" y="0"/>
            <a:chExt cx="5080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2108200"/>
                  </a:lnTo>
                  <a:cubicBezTo>
                    <a:pt x="5080000" y="2136256"/>
                    <a:pt x="5057256" y="2159000"/>
                    <a:pt x="5029200" y="2159000"/>
                  </a:cubicBezTo>
                  <a:lnTo>
                    <a:pt x="50800" y="2159000"/>
                  </a:lnTo>
                  <a:cubicBezTo>
                    <a:pt x="22744" y="2159000"/>
                    <a:pt x="0" y="2136256"/>
                    <a:pt x="0" y="210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721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080000" cy="220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Message shown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Billing skipped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5429250" y="4905375"/>
            <a:ext cx="1809750" cy="0"/>
          </a:xfrm>
          <a:prstGeom prst="line">
            <a:avLst/>
          </a:prstGeom>
          <a:ln cap="flat" w="47625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049000" y="4905375"/>
            <a:ext cx="1809750" cy="0"/>
          </a:xfrm>
          <a:prstGeom prst="line">
            <a:avLst/>
          </a:prstGeom>
          <a:ln cap="flat" w="47625">
            <a:solidFill>
              <a:srgbClr val="36A3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143500" y="6953250"/>
            <a:ext cx="8001000" cy="1666875"/>
            <a:chOff x="0" y="0"/>
            <a:chExt cx="10668000" cy="2222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68000" cy="2222500"/>
              <a:chOff x="0" y="0"/>
              <a:chExt cx="10668000" cy="2222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668000" cy="2222500"/>
              </a:xfrm>
              <a:custGeom>
                <a:avLst/>
                <a:gdLst/>
                <a:ahLst/>
                <a:cxnLst/>
                <a:rect r="r" b="b" t="t" l="l"/>
                <a:pathLst>
                  <a:path h="22225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668000" cy="226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31800" y="333375"/>
              <a:ext cx="9804400" cy="835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System.out.println("Invalid service choice");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validChoice = false;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42925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CLEAN FINISH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0125"/>
            <a:ext cx="12382500" cy="56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>
                <a:solidFill>
                  <a:srgbClr val="172126"/>
                </a:solidFill>
                <a:latin typeface="Archivo Black"/>
                <a:ea typeface="Archivo Black"/>
                <a:cs typeface="Archivo Black"/>
                <a:sym typeface="Archivo Black"/>
              </a:rPr>
              <a:t>Close the resource. Verify the run.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381250"/>
            <a:ext cx="7429500" cy="6191250"/>
            <a:chOff x="0" y="0"/>
            <a:chExt cx="9906000" cy="825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906000" cy="8255000"/>
              <a:chOff x="0" y="0"/>
              <a:chExt cx="9906000" cy="825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906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906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31800" y="333375"/>
              <a:ext cx="9042400" cy="428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INPUT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Number: TS09AB1234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Owner Name: Rahul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Model: Honda City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Current Kilometers: 12500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Selected Service: 5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// release input resource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sc.close();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06000" y="2381250"/>
            <a:ext cx="7429500" cy="6191250"/>
            <a:chOff x="0" y="0"/>
            <a:chExt cx="9906000" cy="825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906000" cy="8255000"/>
              <a:chOff x="0" y="0"/>
              <a:chExt cx="9906000" cy="825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906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202D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906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33375"/>
              <a:ext cx="9042400" cy="472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OUTPUT</a:t>
              </a:r>
            </a:p>
            <a:p>
              <a:pPr algn="l">
                <a:lnSpc>
                  <a:spcPts val="2610"/>
                </a:lnSpc>
              </a:p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Number: TS09AB1234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Owner Name: Rahul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Vehicle Model: Honda City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Current Kilometers: 12500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Selected Service: Brake Service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Service Cost: Rs. 1200.0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Maintenance Status: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Maintenance Recommended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Total Bill: Rs. 1200.0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6737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2533650"/>
            <a:ext cx="12382500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8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for</a:t>
            </a:r>
          </a:p>
          <a:p>
            <a:pPr algn="l">
              <a:lnSpc>
                <a:spcPts val="8100"/>
              </a:lnSpc>
            </a:pPr>
            <a:r>
              <a:rPr lang="en-US" sz="8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your attention.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64000" y="2381250"/>
            <a:ext cx="571500" cy="5810250"/>
            <a:chOff x="0" y="0"/>
            <a:chExt cx="762000" cy="774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9772650"/>
            <a:ext cx="5715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9AA7A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CONSOLE SYSTEM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DAHWvZdICbk</dc:identifier>
  <dcterms:modified xsi:type="dcterms:W3CDTF">2011-08-01T06:04:30Z</dcterms:modified>
  <cp:revision>1</cp:revision>
  <dc:title>Vehicle Service System</dc:title>
</cp:coreProperties>
</file>